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0:00-0:05 welcome. One-mic, 60-sec intros coming, [TBD] acceptable.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0:15-0:25 story. 2 min vision, 5 min goals buckets, 3 min model. No debate.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Buckets only, details in docs/01-canon.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Multidisciplinary emphasis.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0:25-0:35. No seat assignments today — capture preferences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3-min demo. Honest status, no hype.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0:35-0:48. Capture eligibility Y/N in chat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0:48-0:56.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0:56-1:00. End 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2E86DE"/>
                </a:solidFill>
                <a:latin typeface="Calibri"/>
              </a:defRPr>
            </a:pPr>
            <a:r>
              <a:t>BOLTE  •  CORPORATE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BOLTE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B8C2CC"/>
                </a:solidFill>
                <a:latin typeface="Calibri"/>
              </a:defRPr>
            </a:pPr>
            <a:r>
              <a:t>Indigenous Technology for Nigeria — and ultimately Africa.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B8C2CC"/>
                </a:solidFill>
                <a:latin typeface="Calibri"/>
              </a:defRPr>
            </a:pPr>
            <a:r>
              <a:t>First Onboarding  •  Virtual  •  60 minutes  •  Co-chaired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Identity — Vision / Mission / Aim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VISION: a technologically independent Nigeria, ultimately Africa.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MISSION: research, engineer, develop, deploy indigenous tech — defense &amp; security first.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AIM: self-reliance through research, engineering, invention — foundation for Africa.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Bigger cycle: Nigeria → African Capability → African Technological Independence.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7 Goals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G1 Defense &amp; security technology (primary focus).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G2 Backbone  •  G3 Ideas→inventions  •  G4 Talent community.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G5 Strategic sectors  •  G6 Research ecosystem  •  G7 Build FOR Nigeria.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Rule: if tech solves an important Nigerian problem, explore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BOLTE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PROBLEM → IDEA → RESEARCH → ENGINEERING → PROTOTYPE →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TESTING → IMPROVEMENT → DEPLOYMENT → IMPACT.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Ecosystem bridge: Idea → Research → Prototype → Testing → Product → Deployment.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“All problems are solved when you put things together.”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we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 founders + 5 seats: Treasurer, Product/Ops, 3 builders (assignments async).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Cadence: weekly build review + monthly strategy. Everything documented.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Conduct: original work, no leaks, declare conflicts, safety first.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Money (detail next session): 50% treasury / 20% founders / 30% members.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Flagship: AeroPulse-NG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Air-gapped offline-first surveillance: ~$150 SDR + PC → ATC/tactical workstation.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ADS-B/Mode S + ACARS → EKF tracking → STCA conflicts → weather fusion → defence overlays.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Single decode path (sim == live). Deterministic, replayable, locally maintainable.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20040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  <a:defRPr sz="1400" b="1">
                <a:solidFill>
                  <a:srgbClr val="2E86DE"/>
                </a:solidFill>
                <a:latin typeface="Calibri"/>
              </a:defRPr>
            </a:pPr>
            <a:r>
              <a:t>PROTOTYPE • TRL 4–5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Immediate focus: NDAIE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National Innovation Pitch — Flight Planning &amp; Air Traffic Management.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Due 26 Sept 23:59 WAT: form + 300-word summary + 10-slide PDF.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Only 2–5 registered students (16–30, enrolled) may present.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Internal freeze 19 Sept • submit 25 Sept • video 14 Oct • semi 28 Oct • finals 27 Nov Lagos.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happens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Homework (48h): questionnaire minimum — date, seat preference, eligibility, deck comments.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Next session: lock sub-team + slide owners + travel plan.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Nothing to sign today. MOU/NDA/IP + equity finalized async after Session 2.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Access: confirm comms channel + file sharing before close.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Close — put things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“All problems are solved when you put things together.”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Q&amp;A (remaining minutes).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Action log readout: Decision | Owner | Date — verbal consent to close.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Thank you — build for Nigeria.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